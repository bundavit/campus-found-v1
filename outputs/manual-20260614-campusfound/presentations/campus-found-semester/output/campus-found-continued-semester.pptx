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319792e514705" /><Relationship Type="http://schemas.openxmlformats.org/officeDocument/2006/relationships/extended-properties" Target="/docProps/app.xml" Id="R8033d5824ebe425d" /><Relationship Type="http://schemas.openxmlformats.org/officeDocument/2006/relationships/officeDocument" Target="/ppt/presentation.xml" Id="Rde7b8b11bab5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49f20a517a4d1f"/>
  </p:sldMasterIdLst>
  <p:notesMasterIdLst>
    <p:notesMasterId xmlns:r="http://schemas.openxmlformats.org/officeDocument/2006/relationships" r:id="R381f983d620d4504"/>
  </p:notesMasterIdLst>
  <p:sldIdLst>
    <p:sldId xmlns:r="http://schemas.openxmlformats.org/officeDocument/2006/relationships" id="256" r:id="R5d3980b3258349d5"/>
    <p:sldId xmlns:r="http://schemas.openxmlformats.org/officeDocument/2006/relationships" id="257" r:id="R37114608870248ac"/>
    <p:sldId xmlns:r="http://schemas.openxmlformats.org/officeDocument/2006/relationships" id="258" r:id="R26d0e3990c30405b"/>
    <p:sldId xmlns:r="http://schemas.openxmlformats.org/officeDocument/2006/relationships" id="259" r:id="Reba0e257aead4023"/>
    <p:sldId xmlns:r="http://schemas.openxmlformats.org/officeDocument/2006/relationships" id="260" r:id="Rda25088787d24e49"/>
    <p:sldId xmlns:r="http://schemas.openxmlformats.org/officeDocument/2006/relationships" id="261" r:id="R735a3215688c41a7"/>
    <p:sldId xmlns:r="http://schemas.openxmlformats.org/officeDocument/2006/relationships" id="262" r:id="R2ca58ffbee364cd8"/>
    <p:sldId xmlns:r="http://schemas.openxmlformats.org/officeDocument/2006/relationships" id="263" r:id="Re978b74f4eff4743"/>
    <p:sldId xmlns:r="http://schemas.openxmlformats.org/officeDocument/2006/relationships" id="264" r:id="R53c91dcbaa3f4edd"/>
    <p:sldId xmlns:r="http://schemas.openxmlformats.org/officeDocument/2006/relationships" id="265" r:id="R6f29a8d03e644d04"/>
    <p:sldId xmlns:r="http://schemas.openxmlformats.org/officeDocument/2006/relationships" id="266" r:id="R42155fb2db1147b1"/>
    <p:sldId xmlns:r="http://schemas.openxmlformats.org/officeDocument/2006/relationships" id="267" r:id="R46057dc15c804e80"/>
    <p:sldId xmlns:r="http://schemas.openxmlformats.org/officeDocument/2006/relationships" id="268" r:id="Rf47561e81b91490c"/>
    <p:sldId xmlns:r="http://schemas.openxmlformats.org/officeDocument/2006/relationships" id="269" r:id="R3649cedd22e9409b"/>
    <p:sldId xmlns:r="http://schemas.openxmlformats.org/officeDocument/2006/relationships" id="270" r:id="Ra3d8af8962d64ada"/>
    <p:sldId xmlns:r="http://schemas.openxmlformats.org/officeDocument/2006/relationships" id="271" r:id="R4db1a6e670924e69"/>
    <p:sldId xmlns:r="http://schemas.openxmlformats.org/officeDocument/2006/relationships" id="272" r:id="Rf157832fb76348f5"/>
    <p:sldId xmlns:r="http://schemas.openxmlformats.org/officeDocument/2006/relationships" id="273" r:id="R1652a0a40df8473e"/>
    <p:sldId xmlns:r="http://schemas.openxmlformats.org/officeDocument/2006/relationships" id="274" r:id="R48e56fb680fa4439"/>
    <p:sldId xmlns:r="http://schemas.openxmlformats.org/officeDocument/2006/relationships" id="275" r:id="R4c9ea16253214f1f"/>
    <p:sldId xmlns:r="http://schemas.openxmlformats.org/officeDocument/2006/relationships" id="276" r:id="R65753cdaf74b430f"/>
    <p:sldId xmlns:r="http://schemas.openxmlformats.org/officeDocument/2006/relationships" id="277" r:id="R4e56f3bcd5094b2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0a715695149f0" /><Relationship Type="http://schemas.openxmlformats.org/officeDocument/2006/relationships/slideMaster" Target="/ppt/slideMasters/slideMaster1.xml" Id="Rf949f20a517a4d1f" /><Relationship Type="http://schemas.openxmlformats.org/officeDocument/2006/relationships/notesMaster" Target="/ppt/notesMasters/notesMaster1.xml" Id="R381f983d620d4504" /><Relationship Type="http://schemas.openxmlformats.org/officeDocument/2006/relationships/presProps" Target="/ppt/presProps.xml" Id="Ra5f869dbb8cc4367" /><Relationship Type="http://schemas.openxmlformats.org/officeDocument/2006/relationships/viewProps" Target="/ppt/viewProps.xml" Id="R48e1958c0c0440db" /><Relationship Type="http://schemas.openxmlformats.org/officeDocument/2006/relationships/tableStyles" Target="/ppt/tableStyles.xml" Id="R10a7790ed7854400" /><Relationship Type="http://schemas.openxmlformats.org/officeDocument/2006/relationships/slide" Target="/ppt/slides/slide1.xml" Id="R5d3980b3258349d5" /><Relationship Type="http://schemas.openxmlformats.org/officeDocument/2006/relationships/slide" Target="/ppt/slides/slide2.xml" Id="R37114608870248ac" /><Relationship Type="http://schemas.openxmlformats.org/officeDocument/2006/relationships/slide" Target="/ppt/slides/slide3.xml" Id="R26d0e3990c30405b" /><Relationship Type="http://schemas.openxmlformats.org/officeDocument/2006/relationships/slide" Target="/ppt/slides/slide4.xml" Id="Reba0e257aead4023" /><Relationship Type="http://schemas.openxmlformats.org/officeDocument/2006/relationships/slide" Target="/ppt/slides/slide5.xml" Id="Rda25088787d24e49" /><Relationship Type="http://schemas.openxmlformats.org/officeDocument/2006/relationships/slide" Target="/ppt/slides/slide6.xml" Id="R735a3215688c41a7" /><Relationship Type="http://schemas.openxmlformats.org/officeDocument/2006/relationships/slide" Target="/ppt/slides/slide7.xml" Id="R2ca58ffbee364cd8" /><Relationship Type="http://schemas.openxmlformats.org/officeDocument/2006/relationships/slide" Target="/ppt/slides/slide8.xml" Id="Re978b74f4eff4743" /><Relationship Type="http://schemas.openxmlformats.org/officeDocument/2006/relationships/slide" Target="/ppt/slides/slide9.xml" Id="R53c91dcbaa3f4edd" /><Relationship Type="http://schemas.openxmlformats.org/officeDocument/2006/relationships/slide" Target="/ppt/slides/slide10.xml" Id="R6f29a8d03e644d04" /><Relationship Type="http://schemas.openxmlformats.org/officeDocument/2006/relationships/slide" Target="/ppt/slides/slide11.xml" Id="R42155fb2db1147b1" /><Relationship Type="http://schemas.openxmlformats.org/officeDocument/2006/relationships/slide" Target="/ppt/slides/slide12.xml" Id="R46057dc15c804e80" /><Relationship Type="http://schemas.openxmlformats.org/officeDocument/2006/relationships/slide" Target="/ppt/slides/slide13.xml" Id="Rf47561e81b91490c" /><Relationship Type="http://schemas.openxmlformats.org/officeDocument/2006/relationships/slide" Target="/ppt/slides/slide14.xml" Id="R3649cedd22e9409b" /><Relationship Type="http://schemas.openxmlformats.org/officeDocument/2006/relationships/slide" Target="/ppt/slides/slide15.xml" Id="Ra3d8af8962d64ada" /><Relationship Type="http://schemas.openxmlformats.org/officeDocument/2006/relationships/slide" Target="/ppt/slides/slide16.xml" Id="R4db1a6e670924e69" /><Relationship Type="http://schemas.openxmlformats.org/officeDocument/2006/relationships/slide" Target="/ppt/slides/slide17.xml" Id="Rf157832fb76348f5" /><Relationship Type="http://schemas.openxmlformats.org/officeDocument/2006/relationships/slide" Target="/ppt/slides/slide18.xml" Id="R1652a0a40df8473e" /><Relationship Type="http://schemas.openxmlformats.org/officeDocument/2006/relationships/slide" Target="/ppt/slides/slide19.xml" Id="R48e56fb680fa4439" /><Relationship Type="http://schemas.openxmlformats.org/officeDocument/2006/relationships/slide" Target="/ppt/slides/slide20.xml" Id="R4c9ea16253214f1f" /><Relationship Type="http://schemas.openxmlformats.org/officeDocument/2006/relationships/slide" Target="/ppt/slides/slide21.xml" Id="R65753cdaf74b430f" /><Relationship Type="http://schemas.openxmlformats.org/officeDocument/2006/relationships/slide" Target="/ppt/slides/slide22.xml" Id="R4e56f3bcd5094b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c7e7bd2a1d4d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d12463277a41a9" /><Relationship Type="http://schemas.openxmlformats.org/officeDocument/2006/relationships/notesMaster" Target="/ppt/notesMasters/notesMaster1.xml" Id="R46e589384d5a44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be16e250343a3" /><Relationship Type="http://schemas.openxmlformats.org/officeDocument/2006/relationships/notesMaster" Target="/ppt/notesMasters/notesMaster1.xml" Id="R158701a2adda4f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b6c30edc084336" /><Relationship Type="http://schemas.openxmlformats.org/officeDocument/2006/relationships/notesMaster" Target="/ppt/notesMasters/notesMaster1.xml" Id="Rb05e9a3bc55243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3c49425d74748" /><Relationship Type="http://schemas.openxmlformats.org/officeDocument/2006/relationships/notesMaster" Target="/ppt/notesMasters/notesMaster1.xml" Id="Rba89a17aac28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0f788561c44601" /><Relationship Type="http://schemas.openxmlformats.org/officeDocument/2006/relationships/notesMaster" Target="/ppt/notesMasters/notesMaster1.xml" Id="R8bd2c3d7985747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6af4c9bb074df6" /><Relationship Type="http://schemas.openxmlformats.org/officeDocument/2006/relationships/notesMaster" Target="/ppt/notesMasters/notesMaster1.xml" Id="R01b9ef2c83ce41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d2cc29d096475e" /><Relationship Type="http://schemas.openxmlformats.org/officeDocument/2006/relationships/notesMaster" Target="/ppt/notesMasters/notesMaster1.xml" Id="Rf10f3324da2144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b7d9b697b84a02" /><Relationship Type="http://schemas.openxmlformats.org/officeDocument/2006/relationships/notesMaster" Target="/ppt/notesMasters/notesMaster1.xml" Id="R1654891757ba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8dd6feb3ae45dc" /><Relationship Type="http://schemas.openxmlformats.org/officeDocument/2006/relationships/notesMaster" Target="/ppt/notesMasters/notesMaster1.xml" Id="Rcc6870902a824d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8bdbf073084bc1" /><Relationship Type="http://schemas.openxmlformats.org/officeDocument/2006/relationships/notesMaster" Target="/ppt/notesMasters/notesMaster1.xml" Id="R31381ef6cc8f43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b72906ac554671" /><Relationship Type="http://schemas.openxmlformats.org/officeDocument/2006/relationships/notesMaster" Target="/ppt/notesMasters/notesMaster1.xml" Id="R2c2946dcbede4f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9a69edb1384978" /><Relationship Type="http://schemas.openxmlformats.org/officeDocument/2006/relationships/notesMaster" Target="/ppt/notesMasters/notesMaster1.xml" Id="R71b68695cda34c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a114b8b07a4336" /><Relationship Type="http://schemas.openxmlformats.org/officeDocument/2006/relationships/notesMaster" Target="/ppt/notesMasters/notesMaster1.xml" Id="R72f61c4551044d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75ab179e33494f" /><Relationship Type="http://schemas.openxmlformats.org/officeDocument/2006/relationships/notesMaster" Target="/ppt/notesMasters/notesMaster1.xml" Id="R0048f04bcda44d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6a4230954e4645" /><Relationship Type="http://schemas.openxmlformats.org/officeDocument/2006/relationships/notesMaster" Target="/ppt/notesMasters/notesMaster1.xml" Id="R15e1ba7f5eaa40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6410c3ba604d60" /><Relationship Type="http://schemas.openxmlformats.org/officeDocument/2006/relationships/notesMaster" Target="/ppt/notesMasters/notesMaster1.xml" Id="Ra1cb814fa1cc47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df4a9b219f4d48" /><Relationship Type="http://schemas.openxmlformats.org/officeDocument/2006/relationships/notesMaster" Target="/ppt/notesMasters/notesMaster1.xml" Id="R9a8de9a6031544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e44341c6a240f2" /><Relationship Type="http://schemas.openxmlformats.org/officeDocument/2006/relationships/notesMaster" Target="/ppt/notesMasters/notesMaster1.xml" Id="R80e0fa9aafac49f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c4b48115bc74ab2" /><Relationship Type="http://schemas.openxmlformats.org/officeDocument/2006/relationships/notesMaster" Target="/ppt/notesMasters/notesMaster1.xml" Id="R5ba4f6e155c343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6761929b3c479b" /><Relationship Type="http://schemas.openxmlformats.org/officeDocument/2006/relationships/notesMaster" Target="/ppt/notesMasters/notesMaster1.xml" Id="R489be4d2c2704f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e98ba3b82c64212" /><Relationship Type="http://schemas.openxmlformats.org/officeDocument/2006/relationships/notesMaster" Target="/ppt/notesMasters/notesMaster1.xml" Id="R1373d54e80af4bc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3045edbd214561" /><Relationship Type="http://schemas.openxmlformats.org/officeDocument/2006/relationships/notesMaster" Target="/ppt/notesMasters/notesMaster1.xml" Id="Rbfd5b134af9d47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d4b9bda9a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ef8e42c044f93" /><Relationship Type="http://schemas.openxmlformats.org/officeDocument/2006/relationships/slideLayout" Target="/ppt/slideLayouts/slideLayout1.xml" Id="R719ff652f4f640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9ff652f4f640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652df5e07436a" /><Relationship Type="http://schemas.openxmlformats.org/officeDocument/2006/relationships/image" Target="/ppt/media/image.png" Id="Rbaad349babee4493" /><Relationship Type="http://schemas.openxmlformats.org/officeDocument/2006/relationships/notesSlide" Target="/ppt/notesSlides/notesSlide1.xml" Id="R685caaca271d46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5bb432c184429" /><Relationship Type="http://schemas.openxmlformats.org/officeDocument/2006/relationships/notesSlide" Target="/ppt/notesSlides/notesSlide2.xml" Id="Rbbd9ad99c0c645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229e474be4546" /><Relationship Type="http://schemas.openxmlformats.org/officeDocument/2006/relationships/notesSlide" Target="/ppt/notesSlides/notesSlide3.xml" Id="R20bde51b454d4f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1e198c7c74280" /><Relationship Type="http://schemas.openxmlformats.org/officeDocument/2006/relationships/notesSlide" Target="/ppt/notesSlides/notesSlide4.xml" Id="Re83a81eba32c40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fc27b64d041a7" /><Relationship Type="http://schemas.openxmlformats.org/officeDocument/2006/relationships/image" Target="/ppt/media/image2.png" Id="R9cd36f653c794fff" /><Relationship Type="http://schemas.openxmlformats.org/officeDocument/2006/relationships/notesSlide" Target="/ppt/notesSlides/notesSlide5.xml" Id="Ra1084a75152848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7437d03b04c4e" /><Relationship Type="http://schemas.openxmlformats.org/officeDocument/2006/relationships/notesSlide" Target="/ppt/notesSlides/notesSlide6.xml" Id="R3ea29df50c8544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e12f52f344075" /><Relationship Type="http://schemas.openxmlformats.org/officeDocument/2006/relationships/notesSlide" Target="/ppt/notesSlides/notesSlide7.xml" Id="Rda2f93a6af14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97c3958614c19" /><Relationship Type="http://schemas.openxmlformats.org/officeDocument/2006/relationships/notesSlide" Target="/ppt/notesSlides/notesSlide8.xml" Id="R83eca9ddf9944d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15be099ce40da" /><Relationship Type="http://schemas.openxmlformats.org/officeDocument/2006/relationships/notesSlide" Target="/ppt/notesSlides/notesSlide9.xml" Id="R903363ff14784d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552d2125f429e" /><Relationship Type="http://schemas.openxmlformats.org/officeDocument/2006/relationships/notesSlide" Target="/ppt/notesSlides/notesSlide10.xml" Id="Ra30f04e1482e41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46b854c3f4c99" /><Relationship Type="http://schemas.openxmlformats.org/officeDocument/2006/relationships/notesSlide" Target="/ppt/notesSlides/notesSlide11.xml" Id="R20e2a0332b1743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a66505d05474a" /><Relationship Type="http://schemas.openxmlformats.org/officeDocument/2006/relationships/notesSlide" Target="/ppt/notesSlides/notesSlide12.xml" Id="R1357ad927fe748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dd7042b0b418b" /><Relationship Type="http://schemas.openxmlformats.org/officeDocument/2006/relationships/image" Target="/ppt/media/image3.png" Id="R75af37dd70ed4b81" /><Relationship Type="http://schemas.openxmlformats.org/officeDocument/2006/relationships/image" Target="/ppt/media/image4.png" Id="Rf7b852365f5d4747" /><Relationship Type="http://schemas.openxmlformats.org/officeDocument/2006/relationships/image" Target="/ppt/media/image5.png" Id="Ra018789070ae45e6" /><Relationship Type="http://schemas.openxmlformats.org/officeDocument/2006/relationships/image" Target="/ppt/media/image6.png" Id="R5d728a04d56e42de" /><Relationship Type="http://schemas.openxmlformats.org/officeDocument/2006/relationships/notesSlide" Target="/ppt/notesSlides/notesSlide13.xml" Id="R5480ef7b7faa46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21817fbe404c" /><Relationship Type="http://schemas.openxmlformats.org/officeDocument/2006/relationships/image" Target="/ppt/media/image7.png" Id="R1169e2f75cbe44ed" /><Relationship Type="http://schemas.openxmlformats.org/officeDocument/2006/relationships/image" Target="/ppt/media/image8.png" Id="Rd82c0bb7f4dc46f6" /><Relationship Type="http://schemas.openxmlformats.org/officeDocument/2006/relationships/notesSlide" Target="/ppt/notesSlides/notesSlide14.xml" Id="Ra926d37b5efe44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c591f64b74aa3" /><Relationship Type="http://schemas.openxmlformats.org/officeDocument/2006/relationships/notesSlide" Target="/ppt/notesSlides/notesSlide15.xml" Id="R947a9030999b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6dab8d5b04268" /><Relationship Type="http://schemas.openxmlformats.org/officeDocument/2006/relationships/image" Target="/ppt/media/image9.png" Id="R64772b5c481b4155" /><Relationship Type="http://schemas.openxmlformats.org/officeDocument/2006/relationships/image" Target="/ppt/media/image10.png" Id="R664dc6fbdbb64e16" /><Relationship Type="http://schemas.openxmlformats.org/officeDocument/2006/relationships/notesSlide" Target="/ppt/notesSlides/notesSlide16.xml" Id="R0fa7a55790a842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bb1d1704048f8" /><Relationship Type="http://schemas.openxmlformats.org/officeDocument/2006/relationships/notesSlide" Target="/ppt/notesSlides/notesSlide17.xml" Id="R1f7d45c1b41149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749deadc0447d" /><Relationship Type="http://schemas.openxmlformats.org/officeDocument/2006/relationships/notesSlide" Target="/ppt/notesSlides/notesSlide18.xml" Id="R426ae6a960e343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fcd9ca57b46d8" /><Relationship Type="http://schemas.openxmlformats.org/officeDocument/2006/relationships/notesSlide" Target="/ppt/notesSlides/notesSlide19.xml" Id="Rb14d584d245044a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042a62a4d4db0" /><Relationship Type="http://schemas.openxmlformats.org/officeDocument/2006/relationships/notesSlide" Target="/ppt/notesSlides/notesSlide20.xml" Id="Rf6270e4d7c1e442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0e059a90a42b9" /><Relationship Type="http://schemas.openxmlformats.org/officeDocument/2006/relationships/notesSlide" Target="/ppt/notesSlides/notesSlide21.xml" Id="R3a7a4bdd0df24f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3cf49dfc548f0" /><Relationship Type="http://schemas.openxmlformats.org/officeDocument/2006/relationships/notesSlide" Target="/ppt/notesSlides/notesSlide22.xml" Id="R6dfaff95249142b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F71F1-2327-45B0-8E67-26F01F82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5A117-4299-43AE-8CAF-6E0C5C89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d349babee4493"/>
          <a:stretch xmlns:a="http://schemas.openxmlformats.org/drawingml/2006/main"/>
        </p:blipFill>
        <p:spPr>
          <a:xfrm xmlns:a="http://schemas.openxmlformats.org/drawingml/2006/main">
            <a:off x="685800" y="6858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B1BF1-600C-456E-BDBE-B92F60B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857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FOUND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1336C-A077-4B17-B07F-470CFB5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90625"/>
            <a:ext cx="6477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Lost and Found</a:t>
            </a:r>
          </a:p>
          <a:p xmlns:a="http://schemas.openxmlformats.org/drawingml/2006/main">
            <a:pPr algn="l">
              <a:defRPr sz="36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3AF53-6C82-4FB5-9526-4D675E23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CONTINUED-SEMESTER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B08E2-9542-420C-9590-17AAAF87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590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Royal University of Phnom Penh</a:t>
            </a:r>
          </a:p>
          <a:p xmlns:a="http://schemas.openxmlformats.org/drawingml/2006/main">
            <a:pPr algn="l">
              <a:defRPr sz="15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Information Technology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E0E6D-34AE-47A0-A211-0A9DBA30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Vath Bundavit</a:t>
            </a:r>
          </a:p>
          <a:p xmlns:a="http://schemas.openxmlformats.org/drawingml/2006/main">
            <a:pPr algn="l">
              <a:defRPr sz="16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____________________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D80AD-4EF1-48DD-9BA5-9FF469C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67375"/>
            <a:ext cx="381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Adviser: Koun Saktika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6D6AA-C56B-40AB-A09C-C6CF6984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C0B3A-0EE4-477B-B5A1-632DB1A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E5924-4A87-403B-8CD6-58AFBA1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79639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9D07DD-9D85-45BD-8B09-0B5F730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18188-5EA2-495A-89CC-1D678919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PROJECT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854B0-AF47-467B-954A-1A120E84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 two-member team turning a campus problem into a working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A7A5-4034-4E30-807C-BEA349FE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ED79E-17BF-41B4-8FD2-768885B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96F69-EC0C-4424-81ED-B95D677A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C339C-D603-4E03-B545-067D8E26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VATH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BUNDAVIT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43EED-30DE-4F73-81B3-2E6CC18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Product development</a:t>
            </a:r>
          </a:p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Backend • Database •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360A4-7C2C-4AAC-AD3E-D62A0FB4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________________</a:t>
            </a:r>
          </a:p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SECOND MEMBER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55818-387D-4198-8DE0-E172D942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481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Editable responsibility</a:t>
            </a:r>
          </a:p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FC826-F689-4AF5-B45B-B42AFED1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BC00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KOUN SAKTIKA</a:t>
            </a:r>
          </a:p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ADVISER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F9BCF-986A-40D2-8DAB-A9C0CAC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Academic guidance</a:t>
            </a:r>
          </a:p>
          <a:p xmlns:a="http://schemas.openxmlformats.org/drawingml/2006/main">
            <a:pPr algn="ctr">
              <a:defRPr sz="13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Project supervision</a:t>
            </a:r>
          </a:p>
        </p:txBody>
      </p:sp>
    </p:spTree>
    <p:extLst>
      <p:ext uri="{BB962C8B-B14F-4D97-AF65-F5344CB8AC3E}">
        <p14:creationId xmlns:p14="http://schemas.microsoft.com/office/powerpoint/2010/main" val="1252502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6EB9E-C2DC-4A12-B843-85759DAD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2E13E-B8E2-4232-96E1-A615ED39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DB275-AF4F-47BD-8AE9-BF2A9146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Five chapters connect the original research to today’s working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9CF41-EBAF-4E48-B148-6999AA23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4C9DF-0077-4936-BBDF-ACA2A83D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C4D9-85F9-4EED-9D1A-20DF760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94D63-B59E-4BBA-B4FE-4EB111B6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41C8D-AAC9-44DE-A660-7625DC5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 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4F1EB-F94E-406D-B947-10366794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t>Problem, context, literature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D116D-926E-428B-BA54-3AE5E8DD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99470-310E-4D1B-8CA5-9527175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02 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932CA-66D2-4835-A3F5-498F3C2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1937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User and admin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052C3-5C43-4CAB-A044-50F1EF0B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E3D2D-5120-4C9D-BF8E-86DC72B5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 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C9378-E586-4D84-9BC8-79E2D1F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t>Technology, architecture, 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0A638-BD9C-49DF-89DE-5398D814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D88D3-997B-4BEA-AAE4-2899BE3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 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C4A71-B818-4A6B-BD19-42148581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t>Security, testing, responsive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29084-977F-46F2-A4B3-2DB7DE9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0858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10F4C-AF16-432C-9CBB-2F1D1ABC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 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0DAD0-DBBA-4723-A0EA-DEE6C41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911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t>Improvements and deployment</a:t>
            </a:r>
          </a:p>
        </p:txBody>
      </p:sp>
    </p:spTree>
    <p:extLst>
      <p:ext uri="{BB962C8B-B14F-4D97-AF65-F5344CB8AC3E}">
        <p14:creationId xmlns:p14="http://schemas.microsoft.com/office/powerpoint/2010/main" val="15166043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16FB47-6555-48A8-8B3F-AD0D1BE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BCD74-2024-4DE2-9DE9-101948D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5B0CE-705D-4F37-A165-9945354B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The project moved from scattered-post research to an accountable recovery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513E9-6291-420F-8183-A4B74F62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2B704-BB83-48E2-B404-3930D87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F1D9F-D092-4718-A22A-311F43EB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73893-7942-46E6-93A9-04F65AEE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DD8BE-D826-44BC-AA51-C8FDD379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Problem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58FFC-8F26-4DDD-9F23-1A95EC29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Social media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3BFBD-F830-4B78-9718-98A4D51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66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FC7A-4B4E-4DDC-AC27-E5468CAC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A6806-DC4D-43FE-8E5A-ACCADF1B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Responsive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FEEA0-4564-478F-95F5-C9A0989B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User/admin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A6C14-A2BC-470A-A1C4-4AF347D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66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BB0482-1F2D-4031-8A89-6891718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3D605-4AA6-43EB-AC91-B1385F3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Laravel + MySQL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059613-6B50-4F9C-886F-86DF25E6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Claims + authentication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B77E3-E13F-4F77-8562-4D4F53A3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2A951-94CE-42D6-852C-F5DE7140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286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BC00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83300B-FC6E-4EA6-9B46-1F7EC0E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57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Tested product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E38FD-4197-4E05-A1CE-9EE1DFA9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385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User dashboard +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C452F-C5EE-4FC8-B79E-3122AE8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RESEARCH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1851F4-F69A-4B92-AEBB-6839856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579D52-D965-4653-A81C-63F5CE6A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2333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WORKING SYSTEM</a:t>
            </a:r>
          </a:p>
        </p:txBody>
      </p:sp>
    </p:spTree>
    <p:extLst>
      <p:ext uri="{BB962C8B-B14F-4D97-AF65-F5344CB8AC3E}">
        <p14:creationId xmlns:p14="http://schemas.microsoft.com/office/powerpoint/2010/main" val="4249042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DA3DD-7461-4CC0-A2B6-6B8DEA66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DB69E-8958-4971-8BF6-2212B41B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62B6F-28B4-4324-BB60-85787F16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Campus movement creates frequent losses—but recovery information remains fragmented.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418B3-041B-448D-B2F0-BB45743E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F1C82-53E3-40C9-B617-43530306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9F4C2-D404-4542-BB7B-94D5BDB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36f653c794fff"/>
          <a:stretch xmlns:a="http://schemas.openxmlformats.org/drawingml/2006/main"/>
        </p:blipFill>
        <p:spPr>
          <a:xfrm xmlns:a="http://schemas.openxmlformats.org/drawingml/2006/main">
            <a:off x="7334250" y="1428750"/>
            <a:ext cx="285750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DDEF5-0593-4EA5-AF04-84926DA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28750"/>
            <a:ext cx="857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071A7-6907-41B1-B814-75276DD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62125"/>
            <a:ext cx="47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BUSY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21543-165C-43FB-BD3E-29958E9F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571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ID cards</a:t>
            </a:r>
          </a:p>
          <a:p xmlns:a="http://schemas.openxmlformats.org/drawingml/2006/main">
            <a:pPr algn="ctr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Tickets</a:t>
            </a:r>
          </a:p>
          <a:p xmlns:a="http://schemas.openxmlformats.org/drawingml/2006/main">
            <a:pPr algn="ctr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Phones</a:t>
            </a:r>
          </a:p>
          <a:p xmlns:a="http://schemas.openxmlformats.org/drawingml/2006/main">
            <a:pPr algn="ctr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Keys</a:t>
            </a:r>
          </a:p>
          <a:p xmlns:a="http://schemas.openxmlformats.org/drawingml/2006/main">
            <a:pPr algn="ctr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Umbrellas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329D1-15D2-435A-933A-3FF1027E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D8496-C1B8-44A4-95B8-9AD90652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Thousands of students move between classrooms, gates, libraries, and cafeterias.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3E654-0427-4175-BEEF-3C808D02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39545-1F95-47F9-A2E8-9271DF3C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Telegram and social posts reach people quickly, but disappear inside message history.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89FF3-E637-4D8D-9D4F-DF5B81D0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D977F-EC2C-43CE-9C73-E8A99ED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 centralized, searchable record gives every report a persistent place to be found.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B54D6-E9D2-42A3-974D-4CA3BCF8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CENTRAL HUB</a:t>
            </a:r>
          </a:p>
        </p:txBody>
      </p:sp>
    </p:spTree>
    <p:extLst>
      <p:ext uri="{BB962C8B-B14F-4D97-AF65-F5344CB8AC3E}">
        <p14:creationId xmlns:p14="http://schemas.microsoft.com/office/powerpoint/2010/main" val="2029061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FF5D1-95D0-4738-AA3F-2B80253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DA094-442C-4A81-A3B1-622F5304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021EC-D172-4AEA-AA10-05EF3748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Speed without structure still leaves owners searching in the wrong place.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16EE4-3814-49F7-AC08-8FCDDFB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61E3-18B7-4E3A-9F88-832765E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DAFA3-9798-4C77-A498-11875131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06CB-0694-4F94-AA32-6704164E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FDD6-286F-404D-99B2-0941FABF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2465A-1820-4EF2-A63A-C2394B8A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DISORGANIZED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8540E-560E-48F0-AE81-2DB87DF9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Posts split across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AB124-B9EB-4CCB-8436-E301B87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4E557-6F90-44C7-A147-F91FF0B4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47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1749C-19C3-4FC6-8ECB-2A308B26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622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UNSEARCHABLE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63080-874F-4310-A013-4C2B035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8137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 reliable filters or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1ADA3-9E56-40D6-9D03-6901F6F1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55BB7-0493-42D3-AD73-393B6F0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47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A469E-B27B-45A8-B916-B4568A53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UNVERIFIED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C6878-FF11-4BE1-8A2B-CFA537C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8137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5F2"/>
                </a:solidFill>
                <a:latin typeface="Aptos"/>
                <a:ea typeface="Aptos"/>
                <a:cs typeface="Aptos"/>
              </a:defRPr>
            </a:pPr>
            <a:r>
              <a:t>Anyone can claim an item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E101D5-F985-42D5-87CE-AEF5E3E6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5737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295BE-562F-4887-B4C3-424C7482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4787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AF9A3-3BB2-4BD9-B879-18822992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62250"/>
            <a:ext cx="2143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UNACCOUNTABLE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82450-80A8-4A48-8135-5E5998A2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 ownership or review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E3AB2-7A27-4FB9-8004-9197A67E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66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Campus Found solves the workflow—not only the announcement.</a:t>
            </a:r>
          </a:p>
        </p:txBody>
      </p:sp>
    </p:spTree>
    <p:extLst>
      <p:ext uri="{BB962C8B-B14F-4D97-AF65-F5344CB8AC3E}">
        <p14:creationId xmlns:p14="http://schemas.microsoft.com/office/powerpoint/2010/main" val="7390247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F07E0-8CFB-49A9-B0AF-31B7CC9D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1E2AD-E1A1-4E95-A1B4-829DB572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6066B-BDF1-421A-ADDF-20E24F27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Campus Found closes the organization and verification gap left by existing channels.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D46E7-9E01-47D2-ACEA-8A346FE8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437C4-6C3B-4F74-A86E-2D52CDBC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DDB62-A4A1-403D-AE32-11F0826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22CA7-2F6B-4F9D-A471-F3216604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0777E-4F12-45B8-9C6C-F2B5D365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32008-CDE1-4C11-A657-E3F8570F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E5921-7426-445D-8B7F-DDBEA1E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SOCIAL MEDIA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D424A-30B5-4C45-AB8E-9420B344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D1D6E-89BD-4C63-9991-5C671392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TELEGRAM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A8A6D-FEE6-40B6-A508-6F0FCC3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4288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73FBE-BE16-4ACF-8C4C-371C6E7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CAMPUS FOUND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91EAC-C657-4897-9BCA-0335F4E6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7307D-00FE-4241-A6DD-7C712B6D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C95F6-3CB4-4EB5-AB6C-54B3EE93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05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FA03F-B3CC-4CEB-9E40-209D8428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050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High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BBBEC-A7C9-422E-B775-AFBEE7A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5824D-3706-4414-9EE6-C65718C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AB944-8536-4AB6-A4B8-DCB8FAA4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050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9DAF6-9A22-48DC-87E5-BE4D320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050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Campus-focused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9AFDE-5958-4D59-A3D5-C71BFC8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3E962-2C83-4869-B108-FE006A1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C65DA3-E0AD-478F-AC8E-197FFC3D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956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4F249-2E17-4BAD-B441-FBA6833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956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Weak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F60AB-24EC-40F2-800D-4ED94155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0B584-4051-4B87-A6EA-F39E9E8A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Weak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61CA5-87DC-47AF-8950-7077934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956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EE709-0A27-450D-9815-28F610FF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956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Structured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BA39E7-0AF7-48DB-8306-922EE7A3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060EDD-B407-41E2-BCC0-156743C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2ED491-12DC-4A19-BBF5-1434FE7E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861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FF5ED2-A6BE-4A74-8250-AF726731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861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Scattered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138A6-E74B-4CD0-B556-57E31DE5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069E8-DBE1-42B7-AA5E-2CB0E8B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Chat-based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156932-4CD1-4A12-9D41-B194182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861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F550D7-218D-4448-BB2D-2E79D60B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861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Permanent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EC1BB6-7D2D-43BA-8BC9-8E9232C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50780E-04E8-4F46-B76A-297C6EBB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Verification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04EE8E-E071-4D0B-8847-C7DC7CD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767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898937-FD1F-4C20-AD4B-0C17E2C5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767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DA9F05-2CC6-47E4-8740-ECFFA625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1BAC39-FEAF-4ACB-A3D1-FFA8FF95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Manual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2BEB2E-EBB7-4506-9C23-FAFA522E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2D7CB6-9F89-4255-9834-82AF46B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07670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Built-in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A747DD-47F0-4DB4-9AFF-55B81A88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0686B0-5139-4634-B29B-8F3DC3B3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Management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02E7E1-68DF-43FA-9DF3-C213F86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C3B6A-D710-4425-AE9E-EFC1F24B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6672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33C25B-29E9-42E7-94AE-707DE168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672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1642A3-BE3A-4492-A8EE-4FE1F00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68D960-E36E-4871-AD00-90D1B32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2428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5D657D-D343-438B-83A0-9531B1E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67250"/>
            <a:ext cx="22002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Owner + Admin</a:t>
            </a:r>
          </a:p>
        </p:txBody>
      </p:sp>
    </p:spTree>
    <p:extLst>
      <p:ext uri="{BB962C8B-B14F-4D97-AF65-F5344CB8AC3E}">
        <p14:creationId xmlns:p14="http://schemas.microsoft.com/office/powerpoint/2010/main" val="11272356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B6D79-B073-40B0-9ECB-92E2066E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776CE-AAA8-4329-A2E4-4A0C4A0D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AIM &amp;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01E1DB-4A5C-42B5-8298-EEE509C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One responsive system turns recovery into a searchable, verifiable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8B0D6-80F8-4E5C-93ED-FC7F0530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575B8-BB1C-4BB6-800D-83DB85F4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84B50-5597-4D14-BDAA-2FA0B0A6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D20B5-7209-4AAC-8BED-B21A8DD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3550A-804B-4A4A-9942-C27B2D18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Build a campus lost-and-found website that connects owners and finders through accountable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E4C7-31E3-49B2-90A4-C4F35E9B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9FAD2-8208-4007-9B9C-FBB307D6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576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B6AFD-04AF-4619-80CC-EBA3FBB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57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Centralize 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82524-090B-4BAF-AAE7-EE297B5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E4869-8DFF-4A3A-8CA7-91E333D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576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D2B67-3018-4672-A862-1D0AC12D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57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Improve discovery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238D9-379A-449A-94A8-BAD3C296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E703B-FFAF-4D73-80F2-49539A3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576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0E530-A603-456B-AC45-BB0B351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57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Verify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3E9FE-CC5E-4DE8-A924-5D406ABD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7147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8375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915FD-1F5B-433A-96A0-87160B95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57625"/>
            <a:ext cx="47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C1A04-6B0D-4A0C-897E-BD00D08F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57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Reduce recovery friction</a:t>
            </a:r>
          </a:p>
        </p:txBody>
      </p:sp>
    </p:spTree>
    <p:extLst>
      <p:ext uri="{BB962C8B-B14F-4D97-AF65-F5344CB8AC3E}">
        <p14:creationId xmlns:p14="http://schemas.microsoft.com/office/powerpoint/2010/main" val="20813706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ABE1F1-E91A-44A4-B5D1-F27969BB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DAAE7-8EDC-4545-9485-E1B5D2B3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Scope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A30D-6A3B-4C69-8F5A-3C50B04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95D68-E413-4D22-A24A-F481B36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1387A-65CD-4F3B-92DA-88C1F282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F1A82-A99C-479A-8402-3F15E66D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38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D52EC-970E-4335-9F93-5339FB18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61BCC-0F01-4D19-9633-45955DAD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F43165-1C20-4AA6-B329-DD2AB747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Responsive web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5368F-15C6-4989-98FF-6D645EEB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40F5F-F76A-4040-BED9-AAAF4D04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860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Campus-focused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58FE0-7A69-497F-A6DD-40CF0E4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2FCD6-4E17-48DB-8771-105279B5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User and administrator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2FDC4-8DA4-4296-8CB0-D4EA3672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09C64-BE74-489D-82C5-F2DFFD0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909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Reports, claims, search and filters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498A5-C343-4A34-93C7-613BAC80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29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B2310-2839-4A8E-BB17-2E1E1604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434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Desktop and mobile browsers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2CC82-45BF-4DB9-8804-CC88C676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38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5C7AF-87A6-453E-B588-5241206B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4444"/>
                </a:solidFill>
                <a:latin typeface="Aptos"/>
                <a:ea typeface="Aptos"/>
                <a:cs typeface="Aptos"/>
              </a:defRPr>
            </a:pPr>
            <a:r>
              <a:t>CURRENT 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41908-4DD7-406E-906B-592B42D6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19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F74F8-5C04-4B9F-B947-333A6E58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 native mobile 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D2491-3DF1-4B76-8482-408F84B4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71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75A5A-CAAB-44C1-9D34-94A47BA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 public cloud deployment yet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15B63-2F09-4934-9831-11A17FCC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24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9D07FF-84A8-44E9-A166-CED5F077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385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Notifications are planned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112DD-F42E-43C2-9595-3C0413BF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76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57007-C656-4F25-A5FB-3F211DFA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Recovery-rate research needs real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F50477-0EF6-482C-9F48-DC232A83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29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D57383-6DBE-4BFF-A9D8-83E7A969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434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Designed first for the RUPP community</a:t>
            </a:r>
          </a:p>
        </p:txBody>
      </p:sp>
    </p:spTree>
    <p:extLst>
      <p:ext uri="{BB962C8B-B14F-4D97-AF65-F5344CB8AC3E}">
        <p14:creationId xmlns:p14="http://schemas.microsoft.com/office/powerpoint/2010/main" val="630407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CACA8A-0A36-4C69-84EA-9BD1EB9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99AFF-EE18-4A46-ADF9-BEAE0527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Development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2185B-3B3A-4E1B-B5F9-62315662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ADBD5-8DCF-4AC2-9BB1-956EDD42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6F4D3-C2C7-4005-BBF3-898EA635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72527-4ACC-4E65-8356-96A1C21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ACBA2-2D5A-4640-92F2-567BAB2E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Validate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1987-93AA-4CFE-B5B6-FB8E89A6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EC7ED-3E24-4E49-9767-98DF5A68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0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08585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44BC7-1146-4D79-BFB4-F2C0E577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E9E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C86E1-9D19-4B91-8667-455B990F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Review literature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732D3-24E3-40AD-A740-C0D5194B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F8234-8161-4624-8C79-EEE2244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5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274320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CFD6C-D0FF-4339-B8AA-C35E82C8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C00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97B2F-2ADD-4270-80A7-AE2CF36F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Prototype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CF9E9-B954-45A2-8D52-2DAEBD01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5839C4-F019-4A6D-8AA4-BEF2BFF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0" name=""/>
          <p:cNvCxnSpPr>
            <a:stCxn xmlns:a="http://schemas.openxmlformats.org/drawingml/2006/main" id="18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440055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CC067-3454-4320-9C43-013E90F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EBCF08-E24C-4259-AF9A-31D3DEFE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Build database +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7C9B61-BAEF-44AF-8B32-C6BAB122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03672-1E3C-4B83-9E1F-FAD26882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5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605790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548A71-8736-4ECE-8040-72127FD3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E9ED6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BE73BF-5306-47A0-8524-800EC99E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Add authentication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B9077A-56A9-4CF6-B3DC-AD260E0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4B6AC-1104-4B57-8316-492DB276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30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771525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63A12-9636-4B1C-85EC-0965BF4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1C66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DB3C65-D061-4224-86BA-9C4A791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Verify claims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66778-B912-4796-948A-A723F3BA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0B281B-98CE-4F88-A3B9-3AD091B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526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35" name=""/>
          <p:cNvCxnSpPr>
            <a:stCxn xmlns:a="http://schemas.openxmlformats.org/drawingml/2006/main" id="33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9372600" y="23574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1D241-78D9-4F42-852B-4942E0C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095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BC00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7EE1F-B470-4ED2-A85A-28443DCD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098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Test + refine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DDA6D7-08DF-4FD0-A78C-1FF370BC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5F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F7CE1F-8CA1-4285-A32C-391F44D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191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Iterative development: each feature is implemented, tested, reviewed, and refined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4556793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ABFB97-F94F-402E-A257-DC433E4A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ACTORS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5AE09-F4E8-4B5B-88A1-0252E7C2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3E4CE-FF34-4D6B-B352-1AAD74DB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58583-7373-4427-80C9-42EF1FF0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99E15-FB74-4BDD-8F07-93478BD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196F2-F99A-47F7-A956-DDFDB5F8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2571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6765A-0BFE-4474-91DD-0A19F4C2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66875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47D4-6EDA-4579-AA02-3466182F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Visitor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985B6-2A3A-434A-AFA8-432761C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Browse and search 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CA1CF-4900-4638-B061-888B01FE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2571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85B9B-AE6E-4C37-9D62-50F853B8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66875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8C61B-9822-4DA4-894B-E117A1B7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Registered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CA7DB-8A66-4697-827A-8B000204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Report items and submit claims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1466F-ABE6-4076-B6C4-46565046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05000"/>
            <a:ext cx="2571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A781F-5865-4039-8C80-466F3260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666875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B640C-0F3E-4FC5-9D73-034C1FB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Report 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9E03B-035C-4106-928C-98A9A05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Review evidence and decide claims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87D6C-0D7A-4385-9D08-F471E6B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2571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3F721-A2B7-4048-BB50-6825557E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66875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1100A-D720-4C14-B59A-D4D754E2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Administrator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17727-D060-43E4-B206-2358EACB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Moderate reports, users, and claims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FF3FF-22D1-4C32-8AA7-28E0C55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57750"/>
            <a:ext cx="7429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73E7A-38A2-46F2-8584-4830926D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48250"/>
            <a:ext cx="676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One platform connects discovery, verification, recovery, and moderation.</a:t>
            </a:r>
          </a:p>
        </p:txBody>
      </p:sp>
    </p:spTree>
    <p:extLst>
      <p:ext uri="{BB962C8B-B14F-4D97-AF65-F5344CB8AC3E}">
        <p14:creationId xmlns:p14="http://schemas.microsoft.com/office/powerpoint/2010/main" val="13161649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23D3D-4D21-4A5F-ADB4-310000E1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RECOVERY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2BB91-1B03-42FE-B542-9159E77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155B6-1702-4987-9C36-22F5C72F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3F079-B442-49C8-8AD1-BF87AA8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FFBD8-71A3-4B37-A511-842028C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43E08-BA81-4553-87B0-DE945215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4C9A2-974C-44A3-BE22-6AAE1B2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F95C0-DA80-4A28-B552-BE48F5D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DC508-8151-45A2-B0C3-D4F2028E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0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609725" y="24812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741D9-8221-4E9C-867F-3B43B82E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3DDCC-D2A3-4F72-B22C-BDBB510B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FFB03-95B4-4709-A9EE-902B3CD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172CB-C492-4D7A-9639-043FBBB7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5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3581400" y="24812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CD1A1-1771-4E76-A0FA-7C0722C1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2A884-5C64-4B60-AB1E-B0E41A8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Submit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C6400-ABF4-49B0-954C-8056C17F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1D1D5-0B6F-4239-8002-CE45B270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0" name=""/>
          <p:cNvCxnSpPr>
            <a:stCxn xmlns:a="http://schemas.openxmlformats.org/drawingml/2006/main" id="18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>
            <a:off x="5553075" y="24812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CC794-2EE1-4D29-851B-33574E10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BC00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12DEA-7956-4CDD-B732-5AA711B5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Answer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B78941-0E55-4398-BD24-525B03F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DF1C8-676D-4DB5-8851-E1EA95DB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5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7524750" y="24812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061D1-55C5-4CBD-B894-2274F2FD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578C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189-4747-4729-A886-8463B8A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Owner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47362-643A-4EE3-8DB3-8DB222BE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E7750-EC72-484B-9AD1-3574B2A5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30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9496425" y="2481263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E1EC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3893B7-C237-440C-9C19-735CCF95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C66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EFD0C-F838-474E-B4DC-C76B89F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43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Recover item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39DF1F-D688-49E4-AF3A-E2472EF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923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B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C918D-BE80-4AE1-B35D-EC4C0F2D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86300"/>
            <a:ext cx="838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The owner sees the claimant’s private answer before sharing protected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403681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89F4C6-E38E-491C-8F40-335164D9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50933-378B-4667-9362-E6346125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Public website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CEB3B-AB41-4C7C-8CAC-F893D55A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3A72A-297F-4F37-9AF9-5600A0C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AAFEF-BCA3-46C0-A312-14B1AE26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f37dd70ed4b81"/>
          <a:stretch xmlns:a="http://schemas.openxmlformats.org/drawingml/2006/main"/>
        </p:blipFill>
        <p:spPr>
          <a:xfrm xmlns:a="http://schemas.openxmlformats.org/drawingml/2006/main">
            <a:off x="619125" y="1476375"/>
            <a:ext cx="6762750" cy="37147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852365f5d4747"/>
          <a:stretch xmlns:a="http://schemas.openxmlformats.org/drawingml/2006/main"/>
        </p:blipFill>
        <p:spPr>
          <a:xfrm xmlns:a="http://schemas.openxmlformats.org/drawingml/2006/main">
            <a:off x="7953375" y="1409700"/>
            <a:ext cx="1952625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55205-C2FA-47BC-AE4D-7E1DE0FC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66875"/>
            <a:ext cx="1619250" cy="3524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E61C6-4964-4FDE-8CEE-6491F001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05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PUBLIC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D3FBD-1A76-46C0-A01D-DBB4467A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7FE82-3594-47E8-9704-EC0971D5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812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Home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ADA8F-F685-46C4-BFFE-BF59E61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24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934C8-AA7B-4AE3-AD40-F8F30C26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38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Community 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19EFB-F822-4BC8-866D-5527B0D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81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9D8CE-965A-464C-8BF8-096697A4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956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Categories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E3AAD-FE7D-4C88-9456-2421B8D1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38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0A588-7665-461D-8050-EFE2DC8D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528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Search + filters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4ED7A-CD88-4283-8A3B-6B3B8C2B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95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94939-7E03-40FC-94E4-A00230AA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100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Date + sorting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A1BAF-5559-4ACC-9E44-E9127158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5C954-A734-4A5D-944A-E4908B3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Responsive layout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189C5-3150-4457-8AA3-E9952A7A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Desktop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D77EE-C043-4EDD-A5E8-D6F0167C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673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Mobile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789070ae45e6"/>
          <a:stretch xmlns:a="http://schemas.openxmlformats.org/drawingml/2006/main"/>
        </p:blipFill>
        <p:spPr>
          <a:xfrm xmlns:a="http://schemas.openxmlformats.org/drawingml/2006/main">
            <a:off x="619125" y="1476375"/>
            <a:ext cx="6762750" cy="3714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28a04d56e42de"/>
          <a:stretch xmlns:a="http://schemas.openxmlformats.org/drawingml/2006/main"/>
        </p:blipFill>
        <p:spPr>
          <a:xfrm xmlns:a="http://schemas.openxmlformats.org/drawingml/2006/main">
            <a:off x="7953375" y="1409700"/>
            <a:ext cx="1952625" cy="419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56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43690-7C8B-425D-9380-5205E9B8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PERSONAL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5AD7A-58CC-4619-ACFB-B99F847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User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02C5-C254-45E7-A0F6-9279E71D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EFEA4-B99F-47DB-A479-E5625B46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6FBA6-67AB-4EE7-B801-3F2ED3C3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9e2f75cbe44ed"/>
          <a:stretch xmlns:a="http://schemas.openxmlformats.org/drawingml/2006/main"/>
        </p:blipFill>
        <p:spPr>
          <a:xfrm xmlns:a="http://schemas.openxmlformats.org/drawingml/2006/main">
            <a:off x="666750" y="1571625"/>
            <a:ext cx="7524750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38717-6869-48BA-9114-8CD8822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952750" cy="3857625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5F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06405-D0B3-4A10-BBD7-5E085EC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WHAT USERS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06DC3-ADA4-4FCA-83ED-3FA264A1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FAAFF-B73F-4064-8383-F7690BAE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28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Report and claim 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93CA8-A449-4229-AD28-67A5790B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38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50142-746C-42F0-9DDF-0CE6A703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My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8E501-D897-4AED-A97D-9348FE91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D00FB-93A7-4EB9-9392-5A7FC68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My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ABDAC-68A4-4E16-B29D-99BF5E14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86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1D1EE-2135-4668-BA50-3A042D28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Profile editing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CE21B-ACD7-4637-97CD-1C33C90B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40A7A-CD1A-418A-98AD-9EBCBE4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Password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61E9A-02BD-476D-B198-112852E7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01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ACCOUNTABILITY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c0bb7f4dc46f6"/>
          <a:stretch xmlns:a="http://schemas.openxmlformats.org/drawingml/2006/main"/>
        </p:blipFill>
        <p:spPr>
          <a:xfrm xmlns:a="http://schemas.openxmlformats.org/drawingml/2006/main">
            <a:off x="666750" y="1571625"/>
            <a:ext cx="7524750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274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293A37-7469-4888-AB70-5E4E77F3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807EB-AF38-45FB-8DF7-1E21D609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Claim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549D2-E7C0-4EEC-9B34-1CED68D5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036F6-45BB-4F3B-9662-B44CD4C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28F6E-F6D8-4EC9-A00F-40085A4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F8883-437E-43BD-9FF8-516A11C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9A02C-DE44-4F3D-B23C-350363B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19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FC0E5-9B26-4894-8C5C-F11C5F6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Public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4492E-ADDB-489E-A03E-2FCF906E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480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Owner defines a detail only the real owner should know.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12888-134D-4C2E-BEE6-BB58DB69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5737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9DDBC-AE0F-4BBD-8212-BE46ECA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3F7C8-8822-4958-806E-8F546583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33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Private answer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1E4DD-BAC0-4BD7-806D-E4EB578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Claimant answers without exposing the evidence publicly.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C5BEC-3CAE-4D8D-B000-3C2E528D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86CD6-050D-4C78-BD9A-95475B41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E98D3-E6AD-41BA-9DDB-0A08D943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Pending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0707C-642E-433F-9796-6C0EE1A2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480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The report owner compares the answer with the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57FA2-7FAB-4731-8B78-987FE1F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571750" cy="2762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B16DB-7B00-4ACE-B512-6D034468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19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C66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EC882-1660-49B1-8F3F-11AA4F5A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336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FB564-F3CE-4F5E-ACF7-7591117A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Approve or reject; contact details remain protected.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DE1499-E677-4833-B7EA-8200E765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95875"/>
            <a:ext cx="7429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57AF9-A431-4627-8428-D6F98F1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29225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Verification evidence is visible only to authorized reviewers.</a:t>
            </a:r>
          </a:p>
        </p:txBody>
      </p:sp>
    </p:spTree>
    <p:extLst>
      <p:ext uri="{BB962C8B-B14F-4D97-AF65-F5344CB8AC3E}">
        <p14:creationId xmlns:p14="http://schemas.microsoft.com/office/powerpoint/2010/main" val="12020636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0BFBE-59EC-4FF6-A05A-88A0DE8A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MODERATION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727DB-A8F0-4409-8922-BDAE34CA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Administrator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35B7A-2CBB-4862-BD01-99A6081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B8F0C-9181-4846-9D63-5ABBE4F5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01A24-F3CC-46B2-8CEE-78A8EBB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72b5c481b4155"/>
          <a:stretch xmlns:a="http://schemas.openxmlformats.org/drawingml/2006/main"/>
        </p:blipFill>
        <p:spPr>
          <a:xfrm xmlns:a="http://schemas.openxmlformats.org/drawingml/2006/main">
            <a:off x="523875" y="1524000"/>
            <a:ext cx="7381875" cy="4048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FBE6B-7E65-4F03-A77D-30E3032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3333750" cy="404812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EF5FB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476A9-4569-4788-BEC5-438068D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ADMIN 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EAF90-C34F-4A88-A1B2-F590B76C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38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F0CE3-1D1E-4F4C-8696-B03E56C9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526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Dashboard 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777F7-86AB-46E8-9459-9D69FC2E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95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0AE76-D235-4DE8-B671-A4CEA97A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098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Report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D886E-5807-476A-ADB4-C205EF3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F837D-AEE9-475C-B5D7-C0FE072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670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Claim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EA9C2-8076-49B4-9728-05A9125C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4BA58-6D84-4903-A7C9-AAD38A2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242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Verification-answer inspection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CC01C-0413-478E-8A60-67A93F8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BC81D-9C8A-4B89-B134-A97D4263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814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Search and filtering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53DF7-4AD3-4A96-9006-E6A7C9EC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4E27C-F649-4D59-98B0-D31D0E27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386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Delete inappropriate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0BB98E-517F-4DFD-B15E-F799A0D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482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CONTROL + OVERSIGHT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dc6fbdbb64e16"/>
          <a:stretch xmlns:a="http://schemas.openxmlformats.org/drawingml/2006/main"/>
        </p:blipFill>
        <p:spPr>
          <a:xfrm xmlns:a="http://schemas.openxmlformats.org/drawingml/2006/main">
            <a:off x="523875" y="1524000"/>
            <a:ext cx="7381875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328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1FD9E-9A11-438F-A77C-A8DA18B2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F8FA1-074E-4F99-AF2D-5F03105A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F67FF-9F0E-4E1E-9BF8-F3B73BA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D77B6-069C-4DC2-A9D7-DFE546A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E67AE-FBAD-4FE1-BF02-0B1FC47D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15A0C-3BEC-4A88-8367-9C743B6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2714625" cy="34290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BBC9D-1488-4A1C-AF33-FA4EF9DA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29B7A-B224-47F5-BF52-C671F1A5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0B8AE-E9CD-4DC8-B9C1-9041A115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Blade templates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3D76-54A0-4DA8-A43B-C647454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HTML + 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52DB9-D40C-4423-814F-7190E49F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Bootstrap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6DD22-85AD-42ED-9774-D5636A5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714625" cy="34290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0032E-D188-462B-A227-FA91E4C5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F6E24-25B0-40DE-B77E-1F1AEB0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573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86908-86B8-4D1F-9389-F480482E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146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Laravel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DC435-FAF2-4EDE-BA7A-60659DD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PHP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A6FF4E-58F7-4758-BC1F-9DE0F066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Controllers +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DD18A-571A-4410-BD96-BFAA82B0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2714625" cy="34290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372922-D128-4060-B694-A692D44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1C6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2A75F-E9BD-417A-9287-861CE5C9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573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Data + Auth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19E33-095E-4B2E-9638-4967E287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MySQL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8C44E5-D9F0-48B1-9166-3188CDE5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Laravel sessions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C4793-D446-45D5-AEEB-451D2593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862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Sanctum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B73AC-5FE1-42D2-AFAB-5E8877A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14500"/>
            <a:ext cx="2714625" cy="342900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04DEC-3BF2-45B9-AC51-C0933EA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714500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5E9ED6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56926-0FAE-42C7-AC60-3667BB4C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57375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5EB761-11DD-48F3-809B-3908CD74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5F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Postman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A6BC8-6286-4074-A0A8-1E499D36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04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PHPUnit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02BCD-8524-46C0-839E-AEEA58D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862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D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Responsive browser tests</a:t>
            </a:r>
          </a:p>
        </p:txBody>
      </p:sp>
    </p:spTree>
    <p:extLst>
      <p:ext uri="{BB962C8B-B14F-4D97-AF65-F5344CB8AC3E}">
        <p14:creationId xmlns:p14="http://schemas.microsoft.com/office/powerpoint/2010/main" val="4942914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C144A7-1DFC-4991-AF3E-013B5864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TECHNICAL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47CF1-2276-4C8E-A358-3FE646B0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D31E1-CA66-45B6-A081-8FAD927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AB6BF-7DD9-41EB-BFBB-DA05AC7C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85A57-DAD1-4295-BF51-2B96B78F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CBD31-1C11-48C1-BBD3-F97EF918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955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E6D36-F802-4010-9F8B-2AB5A72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952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Responsive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D90EB-F417-4A6E-A2B6-6785865F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03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Blade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CDDA-DB58-4481-A2F7-9F5E138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EB897-5994-47A6-BB78-5B5EB4D4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1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2724150" y="2890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578C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41E49-AD6F-4B93-81CE-4436043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955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F75AB-B85A-4D3E-90E9-A17877FD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1952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Routes + Middleware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FDF65-5A83-4239-9B41-0322E8F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003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Auth + 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5111B-DC86-4F4D-A96A-1F7FDCF6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B598A-70F0-49CB-84F2-F048225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17" name=""/>
          <p:cNvCxnSpPr>
            <a:stCxn xmlns:a="http://schemas.openxmlformats.org/drawingml/2006/main" id="15" idx="6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5581650" y="2890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578C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6AC05-70F9-4FC5-B821-FD9B12D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A2A324-CE70-4012-B27E-85C277CE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1952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Controllers +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4FA00-4FC8-49D8-84CC-D7170906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Business rules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93C7B-A9FB-4A10-9D0B-A0310458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49E54-6D3A-4936-8A83-E9BE9DF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8607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3" name=""/>
          <p:cNvCxnSpPr>
            <a:stCxn xmlns:a="http://schemas.openxmlformats.org/drawingml/2006/main" id="21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8439150" y="2890838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578C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6A2B1-D6C2-484B-A8C2-0213DBD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03D27-D8B5-4C96-9739-9715EF0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1952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Models + MySQL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27582-E2D6-45DB-9B6E-CA313FEC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03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Persistent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54C82-E3E1-4C20-A7DE-DD9CFC4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2437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8048A-CB54-4F82-81A3-A521C713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148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Image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2BE52-551D-4FA5-A9BF-BCDF246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25310-D7E1-4428-A270-94C3C636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Sanctum API</a:t>
            </a:r>
          </a:p>
        </p:txBody>
      </p:sp>
    </p:spTree>
    <p:extLst>
      <p:ext uri="{BB962C8B-B14F-4D97-AF65-F5344CB8AC3E}">
        <p14:creationId xmlns:p14="http://schemas.microsoft.com/office/powerpoint/2010/main" val="234404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DF8C5-3787-4E0E-9859-FF9FCA5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42892-D566-4F76-B568-90EAA9F1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Database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A9296-413F-44D1-B98C-71D89C2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D5464-7AEA-4C5C-B9F2-E3103CE6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984B0-12F0-452F-B261-E9FC4DD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51DA3-9394-4C53-A110-C7091E71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F16C9-9AE3-4BFC-9C71-E590224F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E6C11-76D8-45A9-8C17-1D7A2BE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5905B-3A5B-4D4F-A3B9-5B820D23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id · name · email · password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7F611-4FDF-4BBB-AC3E-CCBBD10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58247-3BA2-4971-A4FC-26138351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672C6-E55D-464D-B87D-A7D75475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95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ITEMS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0ED88-423A-4F41-8CD4-2B4ACA8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owner_id · status · category ·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7FB85-0932-4020-9A06-B6CF8BD0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FBB4C-85C9-47A8-8D40-7477974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9100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1C66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7E4C4-3FF9-4CE1-863B-3C09D2E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7672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ITEM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F5F1C5-FEFC-4F0A-B133-19BCF26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38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item_id · user_id · answer ·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DC3C2-07AF-4F3E-83C0-68212E84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8BCC9-91FE-4D2D-91D4-3BCA1DDC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857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38BD6-A40A-4F70-8EB5-5C3E08D6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95475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DF22D-DBC1-4F36-85DD-7E9B52BF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tokenable_id · abilities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7F578-208E-483A-998B-A80BADBD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19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EF9F8-4372-47D3-BE97-A2FF6D7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00029-B86A-4433-BA2D-8046614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11950-94F0-4CD2-A426-3B7AFCB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609372-94C3-4E22-BC0F-F64DCFBB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19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844F31-F2DA-40EB-93AD-4506315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9525" cy="9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</p:sp>
      <p:cxnSp>
        <p:nvCxnSpPr>
          <p:cNvPr id="28" name=""/>
          <p:cNvCxnSpPr>
            <a:stCxn xmlns:a="http://schemas.openxmlformats.org/drawingml/2006/main" id="22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3581400" y="2424113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578C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24" idx="4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100763" y="310515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C66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7581900" y="2424113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578C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20D8C-AA60-4E7B-9459-318E6650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431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owns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CCF795-9C4A-447D-93D0-9D0B77C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has claims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3AD19-66DD-4307-A6FD-60C8AE01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authenticates</a:t>
            </a:r>
          </a:p>
        </p:txBody>
      </p:sp>
    </p:spTree>
    <p:extLst>
      <p:ext uri="{BB962C8B-B14F-4D97-AF65-F5344CB8AC3E}">
        <p14:creationId xmlns:p14="http://schemas.microsoft.com/office/powerpoint/2010/main" val="1978345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6C31F-66FE-4D57-AE6B-32D7F50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PROTECTION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7B90-29ED-477E-8652-F88A1453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Security and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FA2AF-8E1E-42F1-A064-EDAD50B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338D6-BE8B-4160-9833-D1DCBAA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02FDD-8B94-41D3-B5C2-8C7B66C1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218EE-4AF4-44F9-9324-38166F01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619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DE03D-6DFE-44F7-A5D1-5B923CDC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Hashed 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889DF-C835-46C6-8057-E95D77C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Credentials are never stored as plain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1C20B-290C-4890-A6BD-26DB95C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619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1EFA2-79BE-4F86-8375-F8EF06A7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9077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Rate limiting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4CF24-1990-4B97-A7D3-DBD6675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9077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Repeated login attempts are restricted.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747FC-C3EC-46BD-8EE2-42FEA3CD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619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80863-56F9-40C9-BB16-BE1489E6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99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Authorization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C6FF0-57A5-4E0C-A742-0B30070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0992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Only owners and admins perform protected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60302-C0E5-4986-9012-0732EAD5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29075"/>
            <a:ext cx="619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0578C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872B1-4F97-4CEE-892F-E2E23F2B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Private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46C9D-0134-4D32-884C-474BA260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2907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Verification answers and contacts stay restricted.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CF7F4-DFA8-4CB3-990E-D3F45EA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48225"/>
            <a:ext cx="619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C00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F063E-2410-4276-8EA5-13EC368A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48225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Image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9FB65-3B4B-4864-BBB1-D90BAB7F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4822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ptos"/>
                <a:ea typeface="Aptos"/>
                <a:cs typeface="Aptos"/>
              </a:defRPr>
            </a:pPr>
            <a:r>
              <a:t>Uploads are resized, compressed, and stored as WebP.</a:t>
            </a:r>
          </a:p>
        </p:txBody>
      </p:sp>
    </p:spTree>
    <p:extLst>
      <p:ext uri="{BB962C8B-B14F-4D97-AF65-F5344CB8AC3E}">
        <p14:creationId xmlns:p14="http://schemas.microsoft.com/office/powerpoint/2010/main" val="14048488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EF5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B83CA-FA2C-4F0C-A27A-9668F14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56875-9755-4539-BE96-0368B854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Testing and current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A6EEE-4464-4BFF-9F05-9910A0E6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C95EE-F586-4617-AE67-41EEF36A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917C9-6985-4184-ACB7-A9FB629C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BDB7B-DEBF-409C-ADDF-5625107D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20578C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27AAC-7A49-4FE2-B8CA-B0329B60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191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3696-B1BD-40FD-94F4-48E042F2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19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F7572-00AF-4462-AD03-62D0E96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124 assertions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9899E-93DC-4A0F-8604-BDC1D44F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5619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6A0B1-8C5E-4FB7-8BD4-4710BA68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04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578C"/>
                </a:solidFill>
                <a:latin typeface="Aptos"/>
                <a:ea typeface="Aptos"/>
                <a:cs typeface="Aptos"/>
              </a:defRPr>
            </a:pPr>
            <a:r>
              <a:t>VERIFIED AREAS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D080-2503-4995-9FDD-C2E5FCE0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B297B-8105-478A-8814-D762C5D2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Website workflows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08DA2-F8B7-43E3-98C9-169B58B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636B5-C1AE-46FB-9BDB-26A81B3A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Database 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81201-6445-4E2E-8DF1-CD6911E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045D9-E380-4CBC-9CF8-9F91DE38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Storage and image handling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B50E0-B6C0-483D-A89B-A763182E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E513A-CA22-44BB-9137-213C9A3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API behavior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FF893-273E-48E5-A756-7836CB1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0BB8C1-1E8A-4850-9471-17DD45B2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Responsive layouts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460344-F148-4285-BFF4-2D83F44D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81625"/>
            <a:ext cx="8001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8E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62D40D-4D3A-4568-AF53-0CCD0C1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76875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C66B"/>
                </a:solidFill>
                <a:latin typeface="Aptos"/>
                <a:ea typeface="Aptos"/>
                <a:cs typeface="Aptos"/>
              </a:defRPr>
            </a:pPr>
            <a:r>
              <a:t>No unsupported recovery-rate statistic is claimed.</a:t>
            </a:r>
          </a:p>
        </p:txBody>
      </p:sp>
    </p:spTree>
    <p:extLst>
      <p:ext uri="{BB962C8B-B14F-4D97-AF65-F5344CB8AC3E}">
        <p14:creationId xmlns:p14="http://schemas.microsoft.com/office/powerpoint/2010/main" val="18591816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578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0A69EA-6DBE-4B8C-9E5F-6AF7CD37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NEXT SEMESTER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A2D0A-453E-4BE0-94E3-7BF926A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Roadmap, conclusion, and 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97FCA-F9FC-4E3C-987F-03B45D6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7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9A852-23DD-4534-B8E1-929BE77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3892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 •  RUPP  •  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39E10-99FB-4FDC-8F76-4C3424D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38925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24514-9B2E-4892-BFCE-98608BFE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689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86321-6F7B-4E22-A7FD-C4955F11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Admin user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BD52F-B190-43A4-939A-07F89526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689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846DF-60DE-4A74-8CDA-2E145F7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28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Role-based administration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D7C87-3A4A-4386-B033-2E465C57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19250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689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11588-4C3A-4BA9-8C48-2E017705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C50C4-C4D9-4FCD-845C-4ECCA8DB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689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73BD0-464D-4967-9696-E4188E0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Email verification + password reset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D2E52-06C3-4DEE-8F73-8324B08A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19375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D689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8DA84-A04D-4B6C-BC5A-129AB1E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289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Moderation + pagination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E0E3A-68A3-40A4-A1B3-47DBE50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9375"/>
            <a:ext cx="342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BC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CD23B-BF48-4390-B4EE-9F487AA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28925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038"/>
                </a:solidFill>
                <a:latin typeface="Aptos"/>
                <a:ea typeface="Aptos"/>
                <a:cs typeface="Aptos"/>
              </a:defRPr>
            </a:pPr>
            <a:r>
              <a:t>DigitalOcean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385D8-C495-47D1-B1CF-1C2BA0F6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95750"/>
            <a:ext cx="904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Campus Found now provides a tested foundation for organized, accountable campus item recovery.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7B912-43CA-45CB-AFC1-CD5F5048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44639-1094-49B1-99A0-49208A52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3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 in  →  Create report  →  Submit claim  →  Review claim  →  Inspect dashboards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9D335-250C-4CF0-BB46-D31A7F21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0075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C00"/>
                </a:solidFill>
                <a:latin typeface="Aptos"/>
                <a:ea typeface="Aptos"/>
                <a:cs typeface="Aptos"/>
              </a:defRPr>
            </a:pPr>
            <a: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58584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2026-06-14T04:40:21.2170000Z</dcterms:created>
  <dcterms:modified xsi:type="dcterms:W3CDTF">2026-06-14T04:40:21.2170000Z</dcterms:modified>
</coreProperties>
</file>